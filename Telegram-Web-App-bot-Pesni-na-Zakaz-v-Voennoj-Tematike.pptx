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4630400" cy="8229600"/>
  <p:notesSz cx="8229600" cy="14630400"/>
  <p:embeddedFontLst>
    <p:embeddedFont>
      <p:font typeface="MuseoModerno Medium" pitchFamily="2" charset="0"/>
      <p:regular r:id="rId11"/>
    </p:embeddedFont>
    <p:embeddedFont>
      <p:font typeface="Source Sans Pro" panose="020B0503030403020204" pitchFamily="34" charset="0"/>
      <p:regular r:id="rId12"/>
      <p:bold r:id="rId1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>
        <p:scale>
          <a:sx n="104" d="100"/>
          <a:sy n="104" d="100"/>
        </p:scale>
        <p:origin x="1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421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5073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6211" y="1110830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Telegram Web App-бот: Песни на Заказ в Военной Тематике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341478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Инновационный сервис для создания уникальных песен патриотической тематики. Наш бот соединяет творчество с историей.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920115" y="5789652"/>
            <a:ext cx="110252" cy="97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50"/>
              </a:lnSpc>
              <a:buNone/>
            </a:pP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282919" y="4325450"/>
            <a:ext cx="2683788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  <a:t>Авторы:</a:t>
            </a:r>
            <a:b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</a:br>
            <a:r>
              <a:rPr lang="ru-RU" sz="2200" b="1" dirty="0" err="1">
                <a:solidFill>
                  <a:srgbClr val="2B4150"/>
                </a:solidFill>
                <a:ea typeface="Source Sans Pro Bold" pitchFamily="34" charset="-122"/>
              </a:rPr>
              <a:t>Дремков</a:t>
            </a:r>
            <a: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  <a:t> Владислав</a:t>
            </a:r>
          </a:p>
          <a:p>
            <a:pPr marL="0" indent="0" algn="l">
              <a:lnSpc>
                <a:spcPts val="3100"/>
              </a:lnSpc>
              <a:buNone/>
            </a:pPr>
            <a:r>
              <a:rPr lang="ru-RU" sz="2200" b="1" dirty="0" err="1">
                <a:solidFill>
                  <a:srgbClr val="2B4150"/>
                </a:solidFill>
                <a:ea typeface="Source Sans Pro Bold" pitchFamily="34" charset="-122"/>
              </a:rPr>
              <a:t>Цыпалин</a:t>
            </a:r>
            <a: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  <a:t> Матвей</a:t>
            </a:r>
          </a:p>
          <a:p>
            <a:pPr marL="0" indent="0" algn="l">
              <a:lnSpc>
                <a:spcPts val="3100"/>
              </a:lnSpc>
              <a:buNone/>
            </a:pPr>
            <a: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  <a:t>Елькин Егор</a:t>
            </a:r>
            <a:b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</a:br>
            <a:r>
              <a:rPr lang="ru-RU" sz="2200" b="1" dirty="0">
                <a:solidFill>
                  <a:srgbClr val="2B4150"/>
                </a:solidFill>
                <a:ea typeface="Source Sans Pro Bold" pitchFamily="34" charset="-122"/>
              </a:rPr>
              <a:t>Махмудов </a:t>
            </a:r>
            <a:r>
              <a:rPr lang="ru-RU" sz="2200" b="1" dirty="0" err="1">
                <a:solidFill>
                  <a:srgbClr val="2B4150"/>
                </a:solidFill>
                <a:ea typeface="Source Sans Pro Bold" pitchFamily="34" charset="-122"/>
              </a:rPr>
              <a:t>Мердан</a:t>
            </a:r>
            <a:endParaRPr lang="ru-RU" sz="2200" b="1" dirty="0">
              <a:solidFill>
                <a:srgbClr val="2B4150"/>
              </a:solidFill>
              <a:ea typeface="Source Sans Pro Bold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336477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Ценность Продукта: Персонализированные Песни</a:t>
            </a:r>
            <a:endParaRPr lang="en-US" sz="4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3802975"/>
            <a:ext cx="566976" cy="56697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280190" y="4596765"/>
            <a:ext cx="22919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Уникальность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6280190" y="5087183"/>
            <a:ext cx="229195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Песни создаются индивидуально под каждый запрос.</a:t>
            </a:r>
            <a:endParaRPr lang="en-US" sz="17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304" y="3802975"/>
            <a:ext cx="566976" cy="5669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912304" y="4596765"/>
            <a:ext cx="2292072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Идеальный подарок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8912304" y="5441513"/>
            <a:ext cx="2292072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Впечатляющий элемент для любого патриотического мероприятия.</a:t>
            </a:r>
            <a:endParaRPr lang="en-US" sz="17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44538" y="3802975"/>
            <a:ext cx="566976" cy="56697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544538" y="4596765"/>
            <a:ext cx="2291953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Эмоциональная связь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11544538" y="5441513"/>
            <a:ext cx="2291953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Музыка, которая затрагивает глубинные чувства.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53083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Модель Монетизации: Единовременные Тарифы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48" y="2724269"/>
            <a:ext cx="2152055" cy="130694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4892" y="3340298"/>
            <a:ext cx="318968" cy="3986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7217" y="2951083"/>
            <a:ext cx="244494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Премиум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5357217" y="3441502"/>
            <a:ext cx="244494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Максимальная ценность</a:t>
            </a:r>
            <a:endParaRPr lang="en-US" sz="1750" dirty="0"/>
          </a:p>
        </p:txBody>
      </p:sp>
      <p:sp>
        <p:nvSpPr>
          <p:cNvPr id="7" name="Shape 3"/>
          <p:cNvSpPr/>
          <p:nvPr/>
        </p:nvSpPr>
        <p:spPr>
          <a:xfrm>
            <a:off x="5187077" y="4044315"/>
            <a:ext cx="8592860" cy="15240"/>
          </a:xfrm>
          <a:prstGeom prst="roundRect">
            <a:avLst>
              <a:gd name="adj" fmla="val 223256"/>
            </a:avLst>
          </a:prstGeom>
          <a:solidFill>
            <a:srgbClr val="D9D4C9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381" y="4087892"/>
            <a:ext cx="4304109" cy="1306949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4892" y="4541996"/>
            <a:ext cx="318968" cy="39862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33304" y="4314706"/>
            <a:ext cx="215526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Расширенный</a:t>
            </a:r>
            <a:endParaRPr lang="en-US" sz="2200" dirty="0"/>
          </a:p>
        </p:txBody>
      </p:sp>
      <p:sp>
        <p:nvSpPr>
          <p:cNvPr id="11" name="Text 5"/>
          <p:cNvSpPr/>
          <p:nvPr/>
        </p:nvSpPr>
        <p:spPr>
          <a:xfrm>
            <a:off x="6433304" y="4805124"/>
            <a:ext cx="215526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Улучшенное качество</a:t>
            </a:r>
            <a:endParaRPr lang="en-US" sz="1750" dirty="0"/>
          </a:p>
        </p:txBody>
      </p:sp>
      <p:sp>
        <p:nvSpPr>
          <p:cNvPr id="12" name="Shape 6"/>
          <p:cNvSpPr/>
          <p:nvPr/>
        </p:nvSpPr>
        <p:spPr>
          <a:xfrm>
            <a:off x="6263164" y="5407938"/>
            <a:ext cx="7516773" cy="15240"/>
          </a:xfrm>
          <a:prstGeom prst="roundRect">
            <a:avLst>
              <a:gd name="adj" fmla="val 223256"/>
            </a:avLst>
          </a:prstGeom>
          <a:solidFill>
            <a:srgbClr val="D9D4C9"/>
          </a:solidFill>
          <a:ln/>
        </p:spPr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294" y="5451515"/>
            <a:ext cx="6456164" cy="1306949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4773" y="5905619"/>
            <a:ext cx="318968" cy="398621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509272" y="5678329"/>
            <a:ext cx="182903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Базовый</a:t>
            </a:r>
            <a:endParaRPr lang="en-US" sz="2200" dirty="0"/>
          </a:p>
        </p:txBody>
      </p:sp>
      <p:sp>
        <p:nvSpPr>
          <p:cNvPr id="16" name="Text 8"/>
          <p:cNvSpPr/>
          <p:nvPr/>
        </p:nvSpPr>
        <p:spPr>
          <a:xfrm>
            <a:off x="7509272" y="6168747"/>
            <a:ext cx="182903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Доступное начало</a:t>
            </a:r>
            <a:endParaRPr lang="en-US" sz="1750" dirty="0"/>
          </a:p>
        </p:txBody>
      </p:sp>
      <p:sp>
        <p:nvSpPr>
          <p:cNvPr id="17" name="Text 9"/>
          <p:cNvSpPr/>
          <p:nvPr/>
        </p:nvSpPr>
        <p:spPr>
          <a:xfrm>
            <a:off x="793790" y="701361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Простая и прозрачная система оплаты. Растущий спрос на уникальные тематические подарки.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92944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Ценовая Политика и Тарифы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450663"/>
            <a:ext cx="3664863" cy="2611041"/>
          </a:xfrm>
          <a:prstGeom prst="roundRect">
            <a:avLst>
              <a:gd name="adj" fmla="val 1303"/>
            </a:avLst>
          </a:prstGeom>
          <a:solidFill>
            <a:srgbClr val="F3EEE3"/>
          </a:solidFill>
          <a:ln/>
        </p:spPr>
      </p:sp>
      <p:sp>
        <p:nvSpPr>
          <p:cNvPr id="5" name="Text 2"/>
          <p:cNvSpPr/>
          <p:nvPr/>
        </p:nvSpPr>
        <p:spPr>
          <a:xfrm>
            <a:off x="6507004" y="267747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Базовый тариф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507004" y="3167896"/>
            <a:ext cx="32112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5000 рублей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507004" y="3666887"/>
            <a:ext cx="32112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Оригинальный текст песни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6507004" y="4109085"/>
            <a:ext cx="32112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Базовая мелодия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10171867" y="2450663"/>
            <a:ext cx="3664863" cy="2611041"/>
          </a:xfrm>
          <a:prstGeom prst="roundRect">
            <a:avLst>
              <a:gd name="adj" fmla="val 1303"/>
            </a:avLst>
          </a:prstGeom>
          <a:solidFill>
            <a:srgbClr val="F3EEE3"/>
          </a:solidFill>
          <a:ln/>
        </p:spPr>
      </p:sp>
      <p:sp>
        <p:nvSpPr>
          <p:cNvPr id="10" name="Text 7"/>
          <p:cNvSpPr/>
          <p:nvPr/>
        </p:nvSpPr>
        <p:spPr>
          <a:xfrm>
            <a:off x="10398681" y="2677478"/>
            <a:ext cx="290703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Расширенный тариф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398681" y="3167896"/>
            <a:ext cx="32112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10000 рублей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10398681" y="3666887"/>
            <a:ext cx="32112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Всё из базового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10398681" y="4109085"/>
            <a:ext cx="32112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Профессиональная аранжировка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6280190" y="5288518"/>
            <a:ext cx="7556421" cy="2248138"/>
          </a:xfrm>
          <a:prstGeom prst="roundRect">
            <a:avLst>
              <a:gd name="adj" fmla="val 1513"/>
            </a:avLst>
          </a:prstGeom>
          <a:solidFill>
            <a:srgbClr val="F3EEE3"/>
          </a:solidFill>
          <a:ln/>
        </p:spPr>
      </p:sp>
      <p:sp>
        <p:nvSpPr>
          <p:cNvPr id="15" name="Text 12"/>
          <p:cNvSpPr/>
          <p:nvPr/>
        </p:nvSpPr>
        <p:spPr>
          <a:xfrm>
            <a:off x="6507004" y="55153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Премиум тариф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507004" y="6005751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15000 рублей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6507004" y="6504742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Всё из расширенного</a:t>
            </a:r>
            <a:endParaRPr lang="en-US" sz="1750" dirty="0"/>
          </a:p>
        </p:txBody>
      </p:sp>
      <p:sp>
        <p:nvSpPr>
          <p:cNvPr id="18" name="Text 15"/>
          <p:cNvSpPr/>
          <p:nvPr/>
        </p:nvSpPr>
        <p:spPr>
          <a:xfrm>
            <a:off x="6507004" y="6946940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Профессиональная запись вокала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0759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Целевая Аудитория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1047750" y="4087773"/>
            <a:ext cx="398787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Организаторы мероприятий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578191"/>
            <a:ext cx="424184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Ищут уникальный контент для патриотических событий.</a:t>
            </a:r>
            <a:endParaRPr lang="en-US" sz="1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258" y="2870002"/>
            <a:ext cx="3651885" cy="365188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74231" y="4412456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3EEE3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083" y="4536400"/>
            <a:ext cx="255151" cy="318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81304" y="3180517"/>
            <a:ext cx="411337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Военнослужащие и ветераны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9481304" y="3670935"/>
            <a:ext cx="435530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Ценят песни о военной службе и истории.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258" y="2870002"/>
            <a:ext cx="3651885" cy="365188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910393" y="2890361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3EEE3"/>
          </a:solidFill>
          <a:ln/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6246" y="3014305"/>
            <a:ext cx="255151" cy="3189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481304" y="49950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Искатели подарков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9481304" y="5485448"/>
            <a:ext cx="435530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Хотят впечатлить близких особенным презентом.</a:t>
            </a:r>
            <a:endParaRPr lang="en-US" sz="1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9258" y="2870002"/>
            <a:ext cx="3651885" cy="3651885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7910393" y="5934432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F3EEE3"/>
          </a:solidFill>
          <a:ln/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6246" y="6058376"/>
            <a:ext cx="255151" cy="3189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6165" y="730210"/>
            <a:ext cx="7651671" cy="133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Преимущества Telegram Web App-бота</a:t>
            </a:r>
            <a:endParaRPr lang="en-US" sz="4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65" y="2382560"/>
            <a:ext cx="1065967" cy="12792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31933" y="2595682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Удобный доступ</a:t>
            </a:r>
            <a:endParaRPr lang="en-US" sz="2050" dirty="0"/>
          </a:p>
        </p:txBody>
      </p:sp>
      <p:sp>
        <p:nvSpPr>
          <p:cNvPr id="6" name="Text 2"/>
          <p:cNvSpPr/>
          <p:nvPr/>
        </p:nvSpPr>
        <p:spPr>
          <a:xfrm>
            <a:off x="2131933" y="3056573"/>
            <a:ext cx="626590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Заказ через популярный мессенджер в любое время.</a:t>
            </a:r>
            <a:endParaRPr lang="en-US" sz="16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65" y="3661767"/>
            <a:ext cx="1065967" cy="127920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131933" y="3874889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Быстрое создание</a:t>
            </a:r>
            <a:endParaRPr lang="en-US" sz="2050" dirty="0"/>
          </a:p>
        </p:txBody>
      </p:sp>
      <p:sp>
        <p:nvSpPr>
          <p:cNvPr id="9" name="Text 4"/>
          <p:cNvSpPr/>
          <p:nvPr/>
        </p:nvSpPr>
        <p:spPr>
          <a:xfrm>
            <a:off x="2131933" y="4335780"/>
            <a:ext cx="626590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Оперативное выполнение заказа с минимальными усилиями.</a:t>
            </a:r>
            <a:endParaRPr lang="en-US" sz="16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165" y="4940975"/>
            <a:ext cx="1065967" cy="12792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131933" y="5154097"/>
            <a:ext cx="3096101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Широкая кастомизация</a:t>
            </a:r>
            <a:endParaRPr lang="en-US" sz="2050" dirty="0"/>
          </a:p>
        </p:txBody>
      </p:sp>
      <p:sp>
        <p:nvSpPr>
          <p:cNvPr id="12" name="Text 6"/>
          <p:cNvSpPr/>
          <p:nvPr/>
        </p:nvSpPr>
        <p:spPr>
          <a:xfrm>
            <a:off x="2131933" y="5614988"/>
            <a:ext cx="626590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Множество опций для персонализации песни.</a:t>
            </a:r>
            <a:endParaRPr lang="en-US" sz="16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165" y="6220182"/>
            <a:ext cx="1065967" cy="127920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131933" y="6433304"/>
            <a:ext cx="2664976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Уникальность</a:t>
            </a:r>
            <a:endParaRPr lang="en-US" sz="2050" dirty="0"/>
          </a:p>
        </p:txBody>
      </p:sp>
      <p:sp>
        <p:nvSpPr>
          <p:cNvPr id="15" name="Text 8"/>
          <p:cNvSpPr/>
          <p:nvPr/>
        </p:nvSpPr>
        <p:spPr>
          <a:xfrm>
            <a:off x="2131933" y="6894195"/>
            <a:ext cx="6265902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Единственное решение такого рода на рынке.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10308"/>
            <a:ext cx="712982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Примеры Использования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672715"/>
            <a:ext cx="4120753" cy="254674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5029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Подарок ветерану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993368"/>
            <a:ext cx="412075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Трогательная песня о подвигах прошлого и благодарности потомков.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704" y="2672715"/>
            <a:ext cx="4120872" cy="254686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54704" y="5503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Военный парад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54704" y="5993487"/>
            <a:ext cx="412087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Музыкальное сопровождение для торжественных мероприятий.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738" y="2672715"/>
            <a:ext cx="4120753" cy="254674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738" y="55029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Личная история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715738" y="5993368"/>
            <a:ext cx="412075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Песня о героизме родственника или личном патриотизме.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434227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Заключение: Музыка, Которая Объединяет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3191947"/>
            <a:ext cx="170021" cy="85332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</p:sp>
      <p:sp>
        <p:nvSpPr>
          <p:cNvPr id="5" name="Text 2"/>
          <p:cNvSpPr/>
          <p:nvPr/>
        </p:nvSpPr>
        <p:spPr>
          <a:xfrm>
            <a:off x="1303973" y="3191947"/>
            <a:ext cx="29240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Уникальный продукт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03973" y="3682365"/>
            <a:ext cx="704623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Первый Telegram-бот для создания военных песен на заказ.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1133951" y="4272082"/>
            <a:ext cx="170021" cy="853321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</p:sp>
      <p:sp>
        <p:nvSpPr>
          <p:cNvPr id="8" name="Text 5"/>
          <p:cNvSpPr/>
          <p:nvPr/>
        </p:nvSpPr>
        <p:spPr>
          <a:xfrm>
            <a:off x="1644134" y="4272082"/>
            <a:ext cx="362164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Эмоциональная ценность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44134" y="4762500"/>
            <a:ext cx="67060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Музыка, которая трогает сердца и объединяет поколения.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1474232" y="5352217"/>
            <a:ext cx="170021" cy="1216223"/>
          </a:xfrm>
          <a:prstGeom prst="roundRect">
            <a:avLst>
              <a:gd name="adj" fmla="val 20012"/>
            </a:avLst>
          </a:prstGeom>
          <a:solidFill>
            <a:srgbClr val="F3EEE3"/>
          </a:solidFill>
          <a:ln/>
        </p:spPr>
      </p:sp>
      <p:sp>
        <p:nvSpPr>
          <p:cNvPr id="11" name="Text 8"/>
          <p:cNvSpPr/>
          <p:nvPr/>
        </p:nvSpPr>
        <p:spPr>
          <a:xfrm>
            <a:off x="1984415" y="5352217"/>
            <a:ext cx="516683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Инвестиционная привлекательность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984415" y="5842635"/>
            <a:ext cx="636579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B415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Растущий рынок с минимальной конкуренцией и высоким потенциалом.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275</Words>
  <Application>Microsoft Macintosh PowerPoint</Application>
  <PresentationFormat>Произвольный</PresentationFormat>
  <Paragraphs>71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Source Sans Pro Bold</vt:lpstr>
      <vt:lpstr>MuseoModerno Medium</vt:lpstr>
      <vt:lpstr>Arial</vt:lpstr>
      <vt:lpstr>Source Sans Pro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Владислав Дремков</cp:lastModifiedBy>
  <cp:revision>2</cp:revision>
  <dcterms:created xsi:type="dcterms:W3CDTF">2025-04-28T15:54:51Z</dcterms:created>
  <dcterms:modified xsi:type="dcterms:W3CDTF">2025-04-28T15:57:28Z</dcterms:modified>
</cp:coreProperties>
</file>