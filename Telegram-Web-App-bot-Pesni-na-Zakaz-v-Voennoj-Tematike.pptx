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MuseoModerno Medium" pitchFamily="2" charset="0"/>
      <p:regular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42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211" y="111083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Telegram Web App-бот: Песни на Заказ в Военной Тематике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414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Инновационный сервис для создания уникальных песен патриотической тематики. Наш бот соединяет творчество с историей.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20115" y="5789652"/>
            <a:ext cx="110252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82919" y="4325450"/>
            <a:ext cx="268378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Авторы:</a:t>
            </a:r>
            <a:b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</a:br>
            <a:r>
              <a:rPr lang="ru-RU" sz="2200" b="1" dirty="0" err="1">
                <a:solidFill>
                  <a:srgbClr val="2B4150"/>
                </a:solidFill>
                <a:ea typeface="Source Sans Pro Bold" pitchFamily="34" charset="-122"/>
              </a:rPr>
              <a:t>Дремков</a:t>
            </a: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 Владислав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 err="1">
                <a:solidFill>
                  <a:srgbClr val="2B4150"/>
                </a:solidFill>
                <a:ea typeface="Source Sans Pro Bold" pitchFamily="34" charset="-122"/>
              </a:rPr>
              <a:t>Цыпалин</a:t>
            </a: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 Матвей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Елькин Егор</a:t>
            </a:r>
            <a:b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</a:b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Махмудов </a:t>
            </a:r>
            <a:r>
              <a:rPr lang="ru-RU" sz="2200" b="1" dirty="0" err="1">
                <a:solidFill>
                  <a:srgbClr val="2B4150"/>
                </a:solidFill>
                <a:ea typeface="Source Sans Pro Bold" pitchFamily="34" charset="-122"/>
              </a:rPr>
              <a:t>Мердан</a:t>
            </a:r>
            <a:endParaRPr lang="ru-RU" sz="2200" b="1" dirty="0">
              <a:solidFill>
                <a:srgbClr val="2B4150"/>
              </a:solidFill>
              <a:ea typeface="Source Sans Pro Bold" pitchFamily="34" charset="-122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2B4150"/>
                </a:solidFill>
                <a:ea typeface="Source Sans Pro Bold" pitchFamily="34" charset="-122"/>
              </a:rPr>
              <a:t>Френкель Марк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3647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Ценность Продукта: Персонализированные Песни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80297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596765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Уникальность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087183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Песни создаются индивидуально под каждый запрос.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380297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596765"/>
            <a:ext cx="2292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Идеальный подарок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5441513"/>
            <a:ext cx="229207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Впечатляющий элемент для любого патриотического мероприятия.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380297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596765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Эмоциональная связь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5441513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Музыка, которая затрагивает глубинные чувства.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08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Модель Монетизации: Единовременные Тарифы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724269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340298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51083"/>
            <a:ext cx="2444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Премиум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441502"/>
            <a:ext cx="24449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Максимальная ценность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4044315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9D4C9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87892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541996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314706"/>
            <a:ext cx="21552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Расширенный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805124"/>
            <a:ext cx="21552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Улучшенное качество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407938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9D4C9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51515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90561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78329"/>
            <a:ext cx="1829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Базовый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68747"/>
            <a:ext cx="18290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Доступное начало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70136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Простая и прозрачная система оплаты. Растущий спрос на уникальные тематические подарки.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29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Ценовая Политика и Тарифы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663"/>
            <a:ext cx="3664863" cy="2611041"/>
          </a:xfrm>
          <a:prstGeom prst="roundRect">
            <a:avLst>
              <a:gd name="adj" fmla="val 1303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677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Базовый тариф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16789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5000 рублей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07004" y="36668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Оригинальный текст песни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07004" y="410908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Базовая мелодия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867" y="2450663"/>
            <a:ext cx="3664863" cy="2611041"/>
          </a:xfrm>
          <a:prstGeom prst="roundRect">
            <a:avLst>
              <a:gd name="adj" fmla="val 1303"/>
            </a:avLst>
          </a:prstGeom>
          <a:solidFill>
            <a:srgbClr val="F3EEE3"/>
          </a:solidFill>
          <a:ln/>
        </p:spPr>
      </p:sp>
      <p:sp>
        <p:nvSpPr>
          <p:cNvPr id="10" name="Text 7"/>
          <p:cNvSpPr/>
          <p:nvPr/>
        </p:nvSpPr>
        <p:spPr>
          <a:xfrm>
            <a:off x="10398681" y="2677478"/>
            <a:ext cx="29070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Расширенный тариф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98681" y="316789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10000 рублей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98681" y="36668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Всё из базового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986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Профессиональная аранжировка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288518"/>
            <a:ext cx="7556421" cy="2248138"/>
          </a:xfrm>
          <a:prstGeom prst="roundRect">
            <a:avLst>
              <a:gd name="adj" fmla="val 1513"/>
            </a:avLst>
          </a:prstGeom>
          <a:solidFill>
            <a:srgbClr val="F3EEE3"/>
          </a:solidFill>
          <a:ln/>
        </p:spPr>
      </p:sp>
      <p:sp>
        <p:nvSpPr>
          <p:cNvPr id="15" name="Text 12"/>
          <p:cNvSpPr/>
          <p:nvPr/>
        </p:nvSpPr>
        <p:spPr>
          <a:xfrm>
            <a:off x="65070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Премиум тариф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070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15000 рублей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7004" y="650474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Всё из расширенного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07004" y="694694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Профессиональная запись вокала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Целевая Аудитория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47750" y="4087773"/>
            <a:ext cx="39878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Организаторы мероприятий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191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Ищут уникальный контент для патриотических событий.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74231" y="441245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3EEE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083" y="4536400"/>
            <a:ext cx="255151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1304" y="3180517"/>
            <a:ext cx="41133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Военнослужащие и ветераны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81304" y="3670935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Ценят песни о военной службе и истории.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10393" y="289036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3EEE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246" y="3014305"/>
            <a:ext cx="255151" cy="318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1304" y="4995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Искатели подарков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81304" y="5485448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Хотят впечатлить близких особенным презентом.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910393" y="593443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3EEE3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6246" y="6058376"/>
            <a:ext cx="255151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730210"/>
            <a:ext cx="7651671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Преимущества Telegram Web App-бота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2382560"/>
            <a:ext cx="1065967" cy="1279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1933" y="2595682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Удобный доступ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131933" y="3056573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Заказ через популярный мессенджер в любое время.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65" y="3661767"/>
            <a:ext cx="1065967" cy="12792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1933" y="387488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Быстрое создание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131933" y="4335780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Оперативное выполнение заказа с минимальными усилиями.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65" y="4940975"/>
            <a:ext cx="1065967" cy="12792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1933" y="5154097"/>
            <a:ext cx="3096101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Широкая кастомизация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131933" y="5614988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Множество опций для персонализации песни.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65" y="6220182"/>
            <a:ext cx="1065967" cy="12792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31933" y="6433304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Уникальность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131933" y="6894195"/>
            <a:ext cx="6265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Единственное решение такого рода на рынке.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0308"/>
            <a:ext cx="7129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Примеры Использования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72715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02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Подарок ветерану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Трогательная песня о подвигах прошлого и благодарности потомков.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672715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5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Военный парад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Музыкальное сопровождение для торжественных мероприятий.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672715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502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Личная история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99336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Песня о героизме родственника или личном патриотизме.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42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Заключение: Музыка, Которая Объединяет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9194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3191947"/>
            <a:ext cx="2924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Уникальный продукт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682365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Первый Telegram-бот для создания военных песен на заказ.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27208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4272082"/>
            <a:ext cx="3621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Эмоциональная ценность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76250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Музыка, которая трогает сердца и объединяет поколения.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352217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5352217"/>
            <a:ext cx="5166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Инвестиционная привлекательность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842635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Растущий рынок с минимальной конкуренцией и высоким потенциалом.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277</Words>
  <Application>Microsoft Macintosh PowerPoint</Application>
  <PresentationFormat>Произвольный</PresentationFormat>
  <Paragraphs>72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MuseoModerno Medium</vt:lpstr>
      <vt:lpstr>Arial</vt:lpstr>
      <vt:lpstr>Source Sans Pro</vt:lpstr>
      <vt:lpstr>Source Sans Pro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Владислав Дремков</cp:lastModifiedBy>
  <cp:revision>3</cp:revision>
  <dcterms:created xsi:type="dcterms:W3CDTF">2025-04-28T15:54:51Z</dcterms:created>
  <dcterms:modified xsi:type="dcterms:W3CDTF">2025-05-26T11:36:06Z</dcterms:modified>
</cp:coreProperties>
</file>